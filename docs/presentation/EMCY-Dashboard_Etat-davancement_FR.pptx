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Bienvenue. Cette présentation fait le tour complet de l'application EMCY Dashboard : à quoi elle sert, comment chaque module fonctionne, et l'état d'avancement actuel. Toutes les captures d'écran proviennent de l'application réelle.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Huit parties : le contexte, la technique, puis le parcours de chaque module avec ses captures, et enfin le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L'application remplace la gestion dispersée par un espace unique. Les deux rôles structurent tout : l'admin pilote, le membre exécute et rend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couches classiques : interface React, API Express sécurisée par JWT, et un stockage JSON avec sauvegardes automatiques avant chaque écriture. Le même code se déploie tel quel sur Netlify.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d'entrée unique. Le compte est créé par l'admin, l'e-mail est normalisé au format prenom.nom@emcy.ma.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Premier écran après connexion. Tous les chiffres sont calculés en direct depuis la base : tâches, présence hebdomadaire et journal d'activité.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du système. Cycle de vie complet : création → échéance → remise par le membre → validation ou réouverture par l'admin.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membre ne voit que ce qui le concerne. La remise accepte un lien (Drive, Canva, GitHub…) ou un fichier direct jusqu'à 10 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pointage journalier complète le suivi hebdomadaire : il alimente les statistiques de présence et l'historique consultable par l'admin.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L'annuaire centralise la vie du compte : de la création (l'e-mail @emcy.ma est généré au bon format) jusqu'au suivi individuel.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classement compte uniquement les tâches terminées et validées — pas de triche possible. Le profil affiche la courbe personnelle de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bibliothèque est déjà alimentée avec les 19 fichiers officiels : logos, charte, règlement, 6 présentations, 7 fiches épisodes et l'archive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Preuve concrète : capture réelle du tableau de bord sur un écran de téléphone (390 px de large).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périmètre initial est livré et fonctionnel. Les deux lignes du bas sont les suites envisagées, pas des manques.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horizons : consolider (notifications, exports), enrichir (stats, messagerie, PWA), et accompagner l’adoption par l’équipe.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de votre attention — place à la démonstration en direct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6DB5"/>
          </a:solidFill>
          <a:ln/>
        </p:spPr>
      </p:sp>
      <p:sp>
        <p:nvSpPr>
          <p:cNvPr id="3" name="Shape 1"/>
          <p:cNvSpPr/>
          <p:nvPr/>
        </p:nvSpPr>
        <p:spPr>
          <a:xfrm>
            <a:off x="8168335" y="-2011680"/>
            <a:ext cx="5943600" cy="5943600"/>
          </a:xfrm>
          <a:prstGeom prst="ellipse">
            <a:avLst/>
          </a:prstGeom>
          <a:solidFill>
            <a:srgbClr val="26496F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480560"/>
            <a:ext cx="4572000" cy="4572000"/>
          </a:xfrm>
          <a:prstGeom prst="ellipse">
            <a:avLst/>
          </a:prstGeom>
          <a:solidFill>
            <a:srgbClr val="26496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</a:rPr>
              <a:t>EMCY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AEC6E4"/>
                </a:solidFill>
              </a:rPr>
              <a:t>Morocco CyberScripts Space — Youth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EMCY Dashboard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9EE"/>
                </a:solidFill>
              </a:rPr>
              <a:t>État d’avancement de la plateforme de suivi &amp; gestion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C6E4"/>
                </a:solidFill>
              </a:rPr>
              <a:t>Présentation de l’application — fonctionnement complet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C6E4"/>
                </a:solidFill>
              </a:rPr>
              <a:t>Suivi des membres · Tâches · Présence · Classement · Ressources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Ce que nous allons voir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647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72821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Vue d’ensemble &amp; objectifs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Le problème, la solution, les acteurs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647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23760" y="172821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Architecture &amp; technologies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React, Express, stockage, sécurité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35224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28986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Connexion &amp; comptes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Accès sécurisé, rôles admin / membre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935224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Tableau de bord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Indicateurs temps réel de l’équipe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05656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40690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Tâches &amp; suivi de travail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Assignation, remises, validation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105656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23760" y="40690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Présence &amp; calendrier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Pointage journalier, historique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27608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08760" y="52395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Membres, classement &amp; profil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Gestion de l’équipe, gamification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527608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6DB5"/>
                </a:solidFill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23760" y="52395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4E"/>
                </a:solidFill>
              </a:rPr>
              <a:t>Ressources &amp; avancement</a:t>
            </a:r>
            <a:endParaRPr lang="en-US" sz="1450" dirty="0"/>
          </a:p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Bibliothèque, échéancier, prochaines étapes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VUE D’ENSEMBLE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Une plateforme, deux objectifs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6DB5"/>
                </a:solidFill>
              </a:rPr>
              <a:t>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Piloter l’équipe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314E"/>
                </a:solidFill>
              </a:rPr>
              <a:t>L’administration crée les comptes, assigne les tâches avec des échéances, suit l’assiduité jour par jour et mesure la performance de chaque membre — sans disperser l’information entre WhatsApp, Drive et documents.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6DB5"/>
                </a:solidFill>
              </a:rPr>
              <a:t>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Organiser les membres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314E"/>
                </a:solidFill>
              </a:rPr>
              <a:t>Chaque membre retrouve ses tâches, ses échéances, le calendrier de pointage, le classement et toutes les ressources officielles (logos, chartes, présentations) dans un espace unique et toujours à jour.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Les deux rôles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64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F3A5F"/>
                </a:solidFill>
              </a:rPr>
              <a:t>ADMINISTRATEUR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19379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4"/>
                </a:solidFill>
              </a:rPr>
              <a:t>Crée les comptes · assigne et valide les tâches · pointe le suivi hebdomadaire · gère les ressources · consulte tous les indicateurs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D6D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864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3D6DB5"/>
                </a:solidFill>
              </a:rPr>
              <a:t>MEMBRE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519379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4"/>
                </a:solidFill>
              </a:rPr>
              <a:t>Consulte ses tâches et échéances · remet son travail (lien ou fichier) · pointe sa présence · télécharge les ressources officielles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Architecture de l’application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2225">
            <a:solidFill>
              <a:srgbClr val="3D6D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3794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6DB5"/>
                </a:solidFill>
              </a:rPr>
              <a:t>CLIENT (React 19 + Vite)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203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4"/>
                </a:solidFill>
              </a:rPr>
              <a:t>Interface responsive · 9 écrans · graphiques Recharts · icônes Lucide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6DB5"/>
                </a:solidFill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2225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192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API (Node.js + Express)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6850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4"/>
                </a:solidFill>
              </a:rPr>
              <a:t>REST · JWT (7 jours) · rôles admin/membre · upload de fichiers (multer)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43616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6DB5"/>
                </a:solidFill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2225">
            <a:solidFill>
              <a:srgbClr val="37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00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507A"/>
                </a:solidFill>
              </a:rPr>
              <a:t>DONNÉES (lowdb + disque/Blobs)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4"/>
                </a:solidFill>
              </a:rPr>
              <a:t>JSON versionné avec sauvegardes automatiques · fichiers dans /uploads · prêt pour Netlify Blobs en production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Sécurité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20116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Mots de passe hachés (bcrypt)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Sessions JWT signées, expiration 7 jours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Routes protégées par rôle (admin / membre)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E-mails normalisés @emcy.ma à la création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Qualité &amp; fiabilité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Sauvegarde de la base avant chaque écriture (20 rotations)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Limite de 25 Mo par fichier, types dangereux bloqués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Déploiement Netlify (fonctions serverless + blobs)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22314E"/>
                </a:solidFill>
              </a:rPr>
              <a:t>Interface responsive (mobile / tablette / desktop)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1 — ACCÈS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Connexion sécurisée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Chaque membre accède avec son adresse @emcy.ma officielle. La session reste valide 7 jours.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E-mail officiel @emcy.ma + mot de passe personnel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Session sécurisée par jeton JWT (expiration automatique)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Redirection intelligente : l’admin arrive sur le tableau de bord, le membre sur ses tâches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Les comptes sont créés par l’administration uniquement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Mot de passe oublié : réinitialisation par l’administrateur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Écran de connexion — identité EMCY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2 — PILOTAGE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Tableau de bord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La vue d’ensemble temps réel : membres actifs, tâches, performance hebdomadaire et activité de l’équipe.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Cartes d’indicateurs : membres, tâches créées, terminées, en attente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Graphique « Team Performance Weekly » : taux d’accomplissement par semaine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Répartition des membres par filière (projet)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Fil d’activité : dernières actions de l’équipe (tâches, remises, publications)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Accès rapide : « Assigner une tâche » en un clic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Tableau de bord administrateur — indicateurs et activité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3 — ORGANISATION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Tâches &amp; suivi de travail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L’admin assigne, le membre exécute et remet son travail ; l’admin suit tout dans le traqueur.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Création de tâches : titre, description, pièce jointe, échéance, destinataire (un membre ou toute l’équipe)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Badges d’échéance : à temps, urgent, en retard — calculés automatiquement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Le membre remet son travail : note + lien (Drive, Canva…) ou fichier joint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L’admin valide : la tâche passe « terminée » — il peut la rouvrir si besoin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Filtres Tout / En attente / Terminé + statistiques de progression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Traqueur des tâches (admin) — filtres et suivi des remises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3 — ESPACE MEMBRE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La vue du membre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Chaque membre voit uniquement ses tâches, avec ses échéances et ses remises déjà envoyées.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Liste personnelle : tâches individuelles + annonces à toute l’équipe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Compteurs : en attente / terminées, mis à jour en direct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Remise en 2 clics : note explicative + lien du travail ou fichier téléversé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Historique des travaux terminés avec date de soumission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Aucune action possible sur les tâches des autres — isolation par rôle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Espace tâches du membre — remise par lien ou fichier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4 — PRÉSENCE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Calendrier &amp; pointage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Chaque journée de travail est tracée : fait / non fait, avec note et pièce jointe si besoin.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Vue calendrier du mois : indicateur vert / rouge sur chaque jour pointé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Le membre pointe lui-même sa journée (ou l’admin le fait pour lui)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Statistiques du mois : jours faits, non faits, taux de présence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L’admin peut consulter le calendrier de n’importe quel membre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Note + lien de travail attachés à chaque pointage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Calendrier de présence — vue mensuelle avec indicateurs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5 — 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Gestion des membres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L’admin crée, modifie et suit chaque membre : filière, compétences, date d’entrée et assiduité.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Fiches membres : avatar, e-mail, filière, compétences, date d’entrée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Création de compte en un formulaire (rôle membre ou administrateur)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Modification et désactivation directement depuis la fiche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Suivi individuel : semaines validées, tâches, calendrier de présence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Recherche instantanée par nom, e-mail ou filière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Annuaire des membres — recherche et fiches détaillées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6 —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Classement &amp; profil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La gamification en interne : un podium et un classement basés sur les tâches réellement terminées.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Podium visuel du top 3 (or / argent / bronze)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Classement complet : tâches terminées par membre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Badges de rang pour les trois premiers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Profil personnel : informations, filière et courbe de progression hebdomadaire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Source unique de vérité : seules les tâches validées comptent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Classement de l’équipe — podium du top 3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MODULE 7 — BIBLIOTHÈQUE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14E"/>
                </a:solidFill>
              </a:rPr>
              <a:t>Espace ressources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</a:rPr>
              <a:t>Tous les documents officiels de l’organisation, centralisés et accessibles à toute l’équipe.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Logos officiels (EMC, EMC Youth, CMRPI) avec aperçus visuels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Charte et règlement 2026, présentations FR/AR (général et -12 ans)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Fiches de préparation des épisodes (invités, talking points)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Filtres par catégorie avec compteurs + recherche instantanée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22314E"/>
                </a:solidFill>
              </a:rPr>
              <a:t>L’admin ajoute ou supprime ; les membres téléchargent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98871" y="1488186"/>
            <a:ext cx="6144768" cy="388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0" dist="38100" dir="5400000">
              <a:srgbClr val="8A9BB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735" y="1543050"/>
            <a:ext cx="6035040" cy="377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3735" y="542467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4"/>
                </a:solidFill>
              </a:rPr>
              <a:t>Espace ressources — 19 documents importés, filtres par catégorie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SUR TOUS LES ÉCRANS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Pensé pour le mobile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14E"/>
                </a:solidFill>
              </a:rPr>
              <a:t>Toute l’application s’adapte aux petits écrans : menu coulissant, cartes empilées, formulaires simplifiés.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14E"/>
                </a:solidFill>
              </a:rPr>
              <a:t>Le membre peut consulter ses tâches et pointer sa présence depuis son téléphone, en réunion comme sur le terrain.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DB5"/>
                </a:solidFill>
              </a:rPr>
              <a:t>Responsive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4069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14E"/>
                </a:solidFill>
              </a:rPr>
              <a:t>Grille fluide, de 360 px au grand écran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DB5"/>
                </a:solidFill>
              </a:rPr>
              <a:t>Léger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4937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14E"/>
                </a:solidFill>
              </a:rPr>
              <a:t>Interface rapide, même en connexion faible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7150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EAF1FA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806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DB5"/>
                </a:solidFill>
              </a:rPr>
              <a:t>Uniforme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5806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14E"/>
                </a:solidFill>
              </a:rPr>
              <a:t>Même compte, mêmes données, tout appareil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7479" y="5158"/>
            <a:ext cx="3090672" cy="6390484"/>
          </a:xfrm>
          <a:prstGeom prst="roundRect">
            <a:avLst>
              <a:gd name="adj" fmla="val 8284"/>
            </a:avLst>
          </a:prstGeom>
          <a:solidFill>
            <a:srgbClr val="16263D"/>
          </a:solidFill>
          <a:ln/>
          <a:effectLst>
            <a:outerShdw sx="100000" sy="100000" kx="0" ky="0" algn="bl" rotWithShape="0" blurRad="203200" dist="50800" dir="5400000">
              <a:srgbClr val="8A9BB0">
                <a:alpha val="4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495" y="133174"/>
            <a:ext cx="2834640" cy="61344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État d’avancement par module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47548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5448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MODULE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90872" y="15544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CONTENU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97112" y="1554480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ÉTAT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4415" cy="47548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05456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299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Authentification &amp; comptes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90872" y="2029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Connexion JWT, rôles, e-mails @emcy.ma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42248" y="212140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8842248" y="21214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Tableau de bord &amp; statistiques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90872" y="2505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Indicateurs, graphiques, activité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42248" y="25968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8842248" y="25968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980944"/>
            <a:ext cx="11094415" cy="47548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456432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8094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Tâches &amp; remises de travail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90872" y="298094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Création, échéances, remises,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42248" y="307238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8842248" y="30723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45643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Calendrier &amp; présence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90872" y="3456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Pointage journalier, stats mensuelles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42248" y="35478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9" name="Text 27"/>
          <p:cNvSpPr/>
          <p:nvPr/>
        </p:nvSpPr>
        <p:spPr>
          <a:xfrm>
            <a:off x="8842248" y="3547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094415" cy="47548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407408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93192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Membres &amp; classement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90872" y="39319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Fiches, filières, podium, rangs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42248" y="4023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8842248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882896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0740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Espace ressources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90872" y="4407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Upload/téléchargement, catégories, 19 fichiers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42248" y="44988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0" name="Text 38"/>
          <p:cNvSpPr/>
          <p:nvPr/>
        </p:nvSpPr>
        <p:spPr>
          <a:xfrm>
            <a:off x="8842248" y="44988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100 %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882896"/>
            <a:ext cx="11094415" cy="47548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5358384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88289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Notifications automatiques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690872" y="48828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Rappels d’échéance par e-mail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842248" y="4974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D6DB5"/>
          </a:solidFill>
          <a:ln/>
        </p:spPr>
      </p:sp>
      <p:sp>
        <p:nvSpPr>
          <p:cNvPr id="46" name="Text 44"/>
          <p:cNvSpPr/>
          <p:nvPr/>
        </p:nvSpPr>
        <p:spPr>
          <a:xfrm>
            <a:off x="8842248" y="4974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Planifié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833872"/>
            <a:ext cx="11094415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535838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14E"/>
                </a:solidFill>
              </a:rPr>
              <a:t>Application mobile native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690872" y="5358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</a:rPr>
              <a:t>PWA hors-ligne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842248" y="54498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B6B84"/>
          </a:solidFill>
          <a:ln/>
        </p:spPr>
      </p:sp>
      <p:sp>
        <p:nvSpPr>
          <p:cNvPr id="51" name="Text 49"/>
          <p:cNvSpPr/>
          <p:nvPr/>
        </p:nvSpPr>
        <p:spPr>
          <a:xfrm>
            <a:off x="8842248" y="5449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6 modules sur 6 livrés</a:t>
            </a:r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</a:rPr>
              <a:t> — l’application est utilisable quotidiennement par toute l’équipe.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6DB5"/>
                </a:solidFill>
              </a:rPr>
              <a:t>SUITE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14E"/>
                </a:solidFill>
              </a:rPr>
              <a:t>Prochaines étapes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3D6D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3D6D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Court terme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Notifications par e-mail à l’assignation d’une tâche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Export mensuel des présences en PDF/Excel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Édition des ressources déjà publiées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Moyen terme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90872" y="25146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Statistiques avancées par filière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Messagerie interne par tâche (commentaires)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Mode hors-ligne (PWA installable)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64592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37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37507A"/>
          </a:solidFill>
          <a:ln/>
        </p:spPr>
      </p:sp>
      <p:sp>
        <p:nvSpPr>
          <p:cNvPr id="14" name="Text 12"/>
          <p:cNvSpPr/>
          <p:nvPr/>
        </p:nvSpPr>
        <p:spPr>
          <a:xfrm>
            <a:off x="8467344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Adoption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13064" y="251460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Formation de l’équipe (30 min)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Migration des historiques restants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22314E"/>
                </a:solidFill>
              </a:rPr>
              <a:t>Retours utilisateurs → itérations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</a:rPr>
              <a:t>faire de EMCY Dashboard l’outil quotidien unique de l’équipe — pilotage, exécution et ressources.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6DB5"/>
                </a:solidFill>
              </a:rPr>
              <a:t>EMCY Dashboard</a:t>
            </a:r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   ·   État d’avancement — 11 septembre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6DB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26496F"/>
          </a:solidFill>
          <a:ln/>
        </p:spPr>
      </p:sp>
      <p:sp>
        <p:nvSpPr>
          <p:cNvPr id="4" name="Shape 2"/>
          <p:cNvSpPr/>
          <p:nvPr/>
        </p:nvSpPr>
        <p:spPr>
          <a:xfrm>
            <a:off x="8351215" y="3931920"/>
            <a:ext cx="5943600" cy="5943600"/>
          </a:xfrm>
          <a:prstGeom prst="ellipse">
            <a:avLst/>
          </a:prstGeom>
          <a:solidFill>
            <a:srgbClr val="26496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Merci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9EE"/>
                </a:solidFill>
              </a:rPr>
              <a:t>Des questions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EMCY Dashboard — État d’avancement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6E4"/>
                </a:solidFill>
              </a:rPr>
              <a:t>Morocco CyberScripts Space — Youth · Septembre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EMCY Dashboard — État d’avancement</dc:title>
  <dc:subject>PptxGenJS Presentation</dc:subject>
  <dc:creator>EMCY — Morocco CyberScripts Space</dc:creator>
  <cp:lastModifiedBy>EMCY — Morocco CyberScripts Space</cp:lastModifiedBy>
  <cp:revision>1</cp:revision>
  <dcterms:created xsi:type="dcterms:W3CDTF">2026-09-11T19:29:16Z</dcterms:created>
  <dcterms:modified xsi:type="dcterms:W3CDTF">2026-09-11T19:29:16Z</dcterms:modified>
</cp:coreProperties>
</file>